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22FB-A27E-4A06-8597-0C4025D68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10123-F39A-4A70-8A16-338141AC1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6B144-2423-46C5-A5BD-F0CBE9CA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B53B6-EFC9-4A7A-9971-D4F207F20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CC6D2-8A37-440B-B6D2-969ECC09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1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0794F-F10A-4F4F-9A4B-CB3B2184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E19BC-BE51-4AB3-8B5F-93E99B1F5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F43B9-4A03-4EFF-870C-4A4D36427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2AAE0-305B-4E5F-A4E5-80DB087A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E04B2-666D-411E-B1D1-50A4B16A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57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52F87-9830-40A0-8248-0DA30E8A4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84A15-9622-4FC5-8BAA-01F086BCD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2033-EADA-40EA-A7A5-EF3FE167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E49C8-F6EA-4C7C-8D77-14404E49E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86B6-D0F7-44F8-BC0D-259C452D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6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7233-A587-4FFD-B273-DC4A4FF9F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6BB1D-A5BD-4F6B-A671-1B3380093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82182-749D-4F70-A5DD-AE26B8A6A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42817-D34A-4DEF-99C8-475E7A19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3C568-3F8C-4948-9DFA-F6C343D94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A6243-DCB3-450F-AC75-FAC4F879A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2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8EEE-7501-4C43-AD1D-E4C3DC227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D6E98-66B7-4F7C-9C87-ACC80F061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80550-EE75-41D1-833E-5FB2EB2B9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ABBFC2-927E-4B30-AAD8-F45BA4F83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462C6-205C-4E2B-9B19-B015FF684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7202F-4F7A-4B26-8BBE-B29BBC20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D234C-8E5D-4379-A725-C1BE225A5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367616-48AB-4996-97EE-223B4016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169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7D9B-0ADD-4A0B-B6B3-90641A72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65A71-9E4C-4BFB-B7E6-FF805374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5A958-1971-4747-8C06-9B1284E02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8D849-ECE9-4E50-8CB6-E607353F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1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E985EE-9856-48F7-9499-1F95E997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88688-4699-4533-9538-25955DD57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3546C-9F8F-4CAF-87D0-223C8707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9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A64FF-7EC0-41FF-B7C1-3B8280DB2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46F46-78C7-4860-A9A7-32EDD6FA3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C2988C-B12E-44A0-A789-03A28D1DA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F8664-9B0D-48F1-9082-814BCF2E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B12DF-C678-4FA4-91A6-D5762ED2F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D42F3-72F0-4CFD-BB57-EEA73D49C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0039-03DD-4F0E-814C-EBCEC966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3F37E9-4DD1-4F2F-90B7-FBF635ED52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9E7A2-18F0-4708-98E6-340FDEDDB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00F0D-A030-41A7-841A-B3AE987EF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116E2-4D67-45FE-9FC4-9355ECF7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BFEC4-04A1-4810-BC7A-A99F7262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5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5164-7B47-4883-8C4F-92288BAD5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823A0C-7326-40DE-B8B7-B836D085D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6E5BC-913A-444E-849D-518FD2A3C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507B-78E0-4356-A786-A25A3A88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44F9B-E82D-4860-BEC9-3B106FD39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333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32F84-9452-498D-B5C5-3F1D01D09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B5A89-60F0-490D-90C9-9961F845E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C1C83-2872-4C99-B8D2-F2594ABB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DC53-A290-425B-A9A2-3864A079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25751-BEA4-4271-8384-175E5183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9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436A35-A1FF-44DB-ACA8-B3CA71AC1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7EDDE-3E02-4C0F-8C66-CDD2EB5AC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880DE-314D-4D27-B9B8-D0C618164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6D481-7E99-4CAC-80D1-A9911648DCCC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F452E-A158-4BEB-B008-89D5AAAF6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E9642-E1F4-4844-AFAC-27BC7C398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F2AF5-DFC8-4BEE-BF40-BD975D221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2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A3D3A-E31F-4956-BDA6-6B48C7D605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Pandas Group By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C72E5-5303-4D15-B289-33EE65845B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57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796B64-5032-42BA-8CEF-C98164E77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" y="179388"/>
            <a:ext cx="9144000" cy="62071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Split, Apply, Combine pattern</a:t>
            </a:r>
          </a:p>
        </p:txBody>
      </p:sp>
      <p:pic>
        <p:nvPicPr>
          <p:cNvPr id="2050" name="Picture 2" descr="How to use the Split-Apply-Combine strategy in Pandas groupby | by Filip  Ciesielski | Towards Data Science">
            <a:extLst>
              <a:ext uri="{FF2B5EF4-FFF2-40B4-BE49-F238E27FC236}">
                <a16:creationId xmlns:a16="http://schemas.microsoft.com/office/drawing/2014/main" id="{0682703D-F036-4563-95ED-544BFD16A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912177"/>
            <a:ext cx="9610725" cy="576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506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F796B64-5032-42BA-8CEF-C98164E77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225" y="179388"/>
            <a:ext cx="9144000" cy="62071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Split, Apply, Combine pattern</a:t>
            </a:r>
          </a:p>
        </p:txBody>
      </p:sp>
      <p:pic>
        <p:nvPicPr>
          <p:cNvPr id="1026" name="Picture 2" descr="Split-Apply-Combine Strategy for Data Mining | by Anurag Pandey | Analytics  Vidhya | Medium">
            <a:extLst>
              <a:ext uri="{FF2B5EF4-FFF2-40B4-BE49-F238E27FC236}">
                <a16:creationId xmlns:a16="http://schemas.microsoft.com/office/drawing/2014/main" id="{4526CA32-ACE9-407B-82C9-8AB988E31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20" y="1227168"/>
            <a:ext cx="10970857" cy="537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10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AB457D-33BE-400F-8C81-6DA3E6983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1369169"/>
            <a:ext cx="5582990" cy="22977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88B143-F932-4C50-822F-BABE983D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32" y="4941045"/>
            <a:ext cx="11935921" cy="862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2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15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Pandas Group By</vt:lpstr>
      <vt:lpstr>Split, Apply, Combine pattern</vt:lpstr>
      <vt:lpstr>Split, Apply, Combine pattern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Group By</dc:title>
  <dc:creator>Jasthi, Jasthi (DI SW LCS DEVOPS)</dc:creator>
  <cp:lastModifiedBy>Jasthi, Jasthi (DI SW LCS DEVOPS)</cp:lastModifiedBy>
  <cp:revision>5</cp:revision>
  <dcterms:created xsi:type="dcterms:W3CDTF">2022-04-26T15:10:28Z</dcterms:created>
  <dcterms:modified xsi:type="dcterms:W3CDTF">2023-01-20T20:26:15Z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75f480-7803-4ee9-bb54-84d0635fdbe7_Enabled">
    <vt:lpwstr>true</vt:lpwstr>
  </property>
  <property fmtid="{D5CDD505-2E9C-101B-9397-08002B2CF9AE}" pid="3" name="MSIP_Label_6f75f480-7803-4ee9-bb54-84d0635fdbe7_SetDate">
    <vt:lpwstr>2023-01-20T20:26:10Z</vt:lpwstr>
  </property>
  <property fmtid="{D5CDD505-2E9C-101B-9397-08002B2CF9AE}" pid="4" name="MSIP_Label_6f75f480-7803-4ee9-bb54-84d0635fdbe7_Method">
    <vt:lpwstr>Privileged</vt:lpwstr>
  </property>
  <property fmtid="{D5CDD505-2E9C-101B-9397-08002B2CF9AE}" pid="5" name="MSIP_Label_6f75f480-7803-4ee9-bb54-84d0635fdbe7_Name">
    <vt:lpwstr>unrestricted</vt:lpwstr>
  </property>
  <property fmtid="{D5CDD505-2E9C-101B-9397-08002B2CF9AE}" pid="6" name="MSIP_Label_6f75f480-7803-4ee9-bb54-84d0635fdbe7_SiteId">
    <vt:lpwstr>38ae3bcd-9579-4fd4-adda-b42e1495d55a</vt:lpwstr>
  </property>
  <property fmtid="{D5CDD505-2E9C-101B-9397-08002B2CF9AE}" pid="7" name="MSIP_Label_6f75f480-7803-4ee9-bb54-84d0635fdbe7_ActionId">
    <vt:lpwstr>3e834d91-e328-4133-aafb-48bfa3a287e4</vt:lpwstr>
  </property>
  <property fmtid="{D5CDD505-2E9C-101B-9397-08002B2CF9AE}" pid="8" name="MSIP_Label_6f75f480-7803-4ee9-bb54-84d0635fdbe7_ContentBits">
    <vt:lpwstr>0</vt:lpwstr>
  </property>
</Properties>
</file>